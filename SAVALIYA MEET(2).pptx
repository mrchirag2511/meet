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7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4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617" autoAdjust="0"/>
  </p:normalViewPr>
  <p:slideViewPr>
    <p:cSldViewPr>
      <p:cViewPr>
        <p:scale>
          <a:sx n="72" d="100"/>
          <a:sy n="72" d="100"/>
        </p:scale>
        <p:origin x="-1104" y="-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E44B2-4B17-46A4-BD37-273F37DA3E78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9EA8-57EA-4125-8069-7392F754E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32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A9EA8-57EA-4125-8069-7392F754EA9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051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2D8EE74A-247C-4D54-A31A-8E6FD7087AF5}" type="datetimeFigureOut">
              <a:rPr lang="en-IN" smtClean="0"/>
              <a:t>26-11-2019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DB3F0794-7E8D-4A28-ABF2-FC20264CE710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9660" y="764704"/>
            <a:ext cx="8062912" cy="1470025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SAVALIYA MEET </a:t>
            </a:r>
            <a:endParaRPr lang="en-IN" sz="66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420" y="3014365"/>
            <a:ext cx="8062912" cy="1752600"/>
          </a:xfrm>
        </p:spPr>
        <p:txBody>
          <a:bodyPr>
            <a:normAutofit fontScale="55000" lnSpcReduction="20000"/>
          </a:bodyPr>
          <a:lstStyle/>
          <a:p>
            <a:pPr algn="ctr"/>
            <a:r>
              <a:rPr lang="en-US" sz="73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accent5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ESIT Presentation</a:t>
            </a:r>
          </a:p>
          <a:p>
            <a:pPr algn="ctr"/>
            <a:endParaRPr lang="en-US" sz="2800" b="1" dirty="0" smtClean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accent5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  <a:p>
            <a:pPr algn="ctr"/>
            <a:endParaRPr lang="en-US" sz="28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accent5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  <a:p>
            <a:pPr algn="ctr"/>
            <a:endParaRPr lang="en-US" sz="2800" b="1" dirty="0" smtClean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accent5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  <a:p>
            <a:pPr algn="ctr"/>
            <a:endParaRPr lang="en-US" sz="28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accent5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  <a:p>
            <a:r>
              <a:rPr lang="en-IN" sz="2800" dirty="0" smtClean="0"/>
              <a:t/>
            </a:r>
            <a:br>
              <a:rPr lang="en-IN" sz="2800" dirty="0" smtClean="0"/>
            </a:br>
            <a:endParaRPr lang="en-US" sz="2800" b="1" dirty="0" smtClean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accent5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  <a:p>
            <a:pPr algn="ctr"/>
            <a:endParaRPr lang="en-US" sz="28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accent5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  <a:p>
            <a:pPr algn="ctr"/>
            <a:endParaRPr lang="en-IN" sz="54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accent5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01116" y="2967335"/>
            <a:ext cx="3417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 </a:t>
            </a:r>
            <a:endParaRPr lang="en-IN" sz="5400" b="1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8235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3000">
        <p14:ferris dir="l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492896"/>
            <a:ext cx="8229600" cy="1399032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0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HTML</a:t>
            </a:r>
            <a:endParaRPr lang="en-IN" sz="20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5392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">
        <p:cut/>
      </p:transition>
    </mc:Choice>
    <mc:Fallback>
      <p:transition advClick="0" advTm="2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7776864" cy="5832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4393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>
        <p:cut/>
      </p:transition>
    </mc:Choice>
    <mc:Fallback>
      <p:transition advClick="0" advTm="2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20688"/>
            <a:ext cx="8352928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3924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2000">
        <p:cut/>
      </p:transition>
    </mc:Choice>
    <mc:Fallback>
      <p:transition advClick="0" advTm="2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56" y="548680"/>
            <a:ext cx="7992888" cy="59766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0460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2000">
        <p:cut/>
      </p:transition>
    </mc:Choice>
    <mc:Fallback>
      <p:transition advClick="0" advTm="2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64" y="620688"/>
            <a:ext cx="7848872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384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2000">
        <p:cut/>
      </p:transition>
    </mc:Choice>
    <mc:Fallback>
      <p:transition advClick="0" advTm="2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48680"/>
            <a:ext cx="7632848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9948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2000">
        <p:cut/>
      </p:transition>
    </mc:Choice>
    <mc:Fallback>
      <p:transition advClick="0" advTm="2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76672"/>
            <a:ext cx="7560840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7435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2000">
        <p:cut/>
      </p:transition>
    </mc:Choice>
    <mc:Fallback>
      <p:transition advClick="0" advTm="2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48680"/>
            <a:ext cx="7776864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4937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2000">
        <p:cut/>
      </p:transition>
    </mc:Choice>
    <mc:Fallback>
      <p:transition advClick="0" advTm="2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92696"/>
            <a:ext cx="7920880" cy="5832648"/>
          </a:xfrm>
        </p:spPr>
      </p:pic>
    </p:spTree>
    <p:extLst>
      <p:ext uri="{BB962C8B-B14F-4D97-AF65-F5344CB8AC3E}">
        <p14:creationId xmlns:p14="http://schemas.microsoft.com/office/powerpoint/2010/main" val="431399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">
        <p:circle/>
      </p:transition>
    </mc:Choice>
    <mc:Fallback>
      <p:transition advClick="0" advTm="200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132856"/>
            <a:ext cx="8229600" cy="1872208"/>
          </a:xfrm>
        </p:spPr>
        <p:txBody>
          <a:bodyPr>
            <a:normAutofit fontScale="90000"/>
          </a:bodyPr>
          <a:lstStyle/>
          <a:p>
            <a:r>
              <a:rPr lang="en-US" sz="200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CSS</a:t>
            </a:r>
            <a:endParaRPr lang="en-IN" sz="20000" dirty="0"/>
          </a:p>
        </p:txBody>
      </p:sp>
    </p:spTree>
    <p:extLst>
      <p:ext uri="{BB962C8B-B14F-4D97-AF65-F5344CB8AC3E}">
        <p14:creationId xmlns:p14="http://schemas.microsoft.com/office/powerpoint/2010/main" val="1709717830"/>
      </p:ext>
    </p:extLst>
  </p:cSld>
  <p:clrMapOvr>
    <a:masterClrMapping/>
  </p:clrMapOvr>
  <p:transition spd="slow" advClick="0" advTm="2000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CSS Borders</a:t>
            </a:r>
            <a:endParaRPr lang="en-IN" sz="540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628800"/>
            <a:ext cx="3384376" cy="46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3600399" cy="46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4917330"/>
      </p:ext>
    </p:extLst>
  </p:cSld>
  <p:clrMapOvr>
    <a:masterClrMapping/>
  </p:clrMapOvr>
  <p:transition spd="slow" advClick="0" advTm="2000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979712" y="188640"/>
            <a:ext cx="8229600" cy="1399032"/>
          </a:xfrm>
        </p:spPr>
        <p:txBody>
          <a:bodyPr>
            <a:norm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5400" b="1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CSS SELECTORS</a:t>
            </a:r>
            <a:endParaRPr lang="en-IN" sz="5400" b="1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576" y="1939924"/>
            <a:ext cx="7344816" cy="4729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5773882"/>
      </p:ext>
    </p:extLst>
  </p:cSld>
  <p:clrMapOvr>
    <a:masterClrMapping/>
  </p:clrMapOvr>
  <p:transition spd="slow" advClick="0" advTm="2000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14" y="1556792"/>
            <a:ext cx="9136186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1619672" y="260648"/>
            <a:ext cx="8229600" cy="1398588"/>
          </a:xfrm>
        </p:spPr>
        <p:txBody>
          <a:bodyPr/>
          <a:lstStyle/>
          <a:p>
            <a:r>
              <a:rPr lang="en-US" dirty="0" smtClean="0"/>
              <a:t>CSS Text And Font</a:t>
            </a:r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" y="3717032"/>
            <a:ext cx="914400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6639346"/>
      </p:ext>
    </p:extLst>
  </p:cSld>
  <p:clrMapOvr>
    <a:masterClrMapping/>
  </p:clrMapOvr>
  <p:transition spd="slow" advClick="0" advTm="2000"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051720" y="188640"/>
            <a:ext cx="8229600" cy="1400175"/>
          </a:xfrm>
        </p:spPr>
        <p:txBody>
          <a:bodyPr/>
          <a:lstStyle/>
          <a:p>
            <a:r>
              <a:rPr lang="en-US" dirty="0"/>
              <a:t>CSS </a:t>
            </a:r>
            <a:r>
              <a:rPr lang="en-US" dirty="0" smtClean="0"/>
              <a:t>Column</a:t>
            </a:r>
            <a:endParaRPr lang="en-IN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8"/>
            <a:ext cx="8964488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6859660"/>
      </p:ext>
    </p:extLst>
  </p:cSld>
  <p:clrMapOvr>
    <a:masterClrMapping/>
  </p:clrMapOvr>
  <p:transition spd="slow" advClick="0" advTm="1000">
    <p:pull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32656"/>
            <a:ext cx="8496944" cy="6192688"/>
          </a:xfrm>
        </p:spPr>
      </p:pic>
    </p:spTree>
    <p:extLst>
      <p:ext uri="{BB962C8B-B14F-4D97-AF65-F5344CB8AC3E}">
        <p14:creationId xmlns:p14="http://schemas.microsoft.com/office/powerpoint/2010/main" val="4001991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924944"/>
            <a:ext cx="7200800" cy="720080"/>
          </a:xfrm>
        </p:spPr>
        <p:txBody>
          <a:bodyPr>
            <a:noAutofit/>
          </a:bodyPr>
          <a:lstStyle/>
          <a:p>
            <a:r>
              <a:rPr lang="en-US" sz="10000" dirty="0" smtClean="0"/>
              <a:t>JavaScript</a:t>
            </a:r>
            <a:endParaRPr lang="en-IN" sz="10000" dirty="0"/>
          </a:p>
        </p:txBody>
      </p:sp>
    </p:spTree>
    <p:extLst>
      <p:ext uri="{BB962C8B-B14F-4D97-AF65-F5344CB8AC3E}">
        <p14:creationId xmlns:p14="http://schemas.microsoft.com/office/powerpoint/2010/main" val="698327863"/>
      </p:ext>
    </p:extLst>
  </p:cSld>
  <p:clrMapOvr>
    <a:masterClrMapping/>
  </p:clrMapOvr>
  <p:transition spd="slow" advClick="0" advTm="2000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Variables</a:t>
            </a:r>
            <a:endParaRPr lang="en-IN" dirty="0"/>
          </a:p>
        </p:txBody>
      </p:sp>
      <p:pic>
        <p:nvPicPr>
          <p:cNvPr id="7170" name="Picture 2" descr="https://lh4.googleusercontent.com/MM_8YUHboCTWoFT0jvew9npSsuFh2LBqevfnA1MHl-7gn4y1OxfH8Av6NFsKDLmEoIqjJSdshbH_WahE3E64-WTtBQKaWI0sA_I2eJHfCsprBQLQ2syenqgV3Kn-McPV6v6rIiR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060848"/>
            <a:ext cx="7128792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50959"/>
      </p:ext>
    </p:extLst>
  </p:cSld>
  <p:clrMapOvr>
    <a:masterClrMapping/>
  </p:clrMapOvr>
  <p:transition spd="slow" advClick="0" advTm="2000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Odd Even Example</a:t>
            </a:r>
            <a:endParaRPr lang="en-IN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25144"/>
            <a:ext cx="7848872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62274"/>
            <a:ext cx="7848872" cy="147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6932264"/>
      </p:ext>
    </p:extLst>
  </p:cSld>
  <p:clrMapOvr>
    <a:masterClrMapping/>
  </p:clrMapOvr>
  <p:transition spd="slow" advClick="0" advTm="2000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653136"/>
            <a:ext cx="6408712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08920"/>
            <a:ext cx="6408712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16951" y="404664"/>
            <a:ext cx="8229600" cy="1399032"/>
          </a:xfrm>
        </p:spPr>
        <p:txBody>
          <a:bodyPr/>
          <a:lstStyle/>
          <a:p>
            <a:r>
              <a:rPr lang="en-US" dirty="0" smtClean="0"/>
              <a:t> check lowest number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629867"/>
      </p:ext>
    </p:extLst>
  </p:cSld>
  <p:clrMapOvr>
    <a:masterClrMapping/>
  </p:clrMapOvr>
  <p:transition spd="slow" advClick="0" advTm="2000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4664"/>
            <a:ext cx="8568952" cy="6192688"/>
          </a:xfrm>
        </p:spPr>
      </p:pic>
    </p:spTree>
    <p:extLst>
      <p:ext uri="{BB962C8B-B14F-4D97-AF65-F5344CB8AC3E}">
        <p14:creationId xmlns:p14="http://schemas.microsoft.com/office/powerpoint/2010/main" val="2948319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033870"/>
              </p:ext>
            </p:extLst>
          </p:nvPr>
        </p:nvGraphicFramePr>
        <p:xfrm>
          <a:off x="539750" y="908050"/>
          <a:ext cx="8020050" cy="511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Acrobat Document" r:id="rId3" imgW="8020016" imgH="5667300" progId="AcroExch.Document.DC">
                  <p:embed/>
                </p:oleObj>
              </mc:Choice>
              <mc:Fallback>
                <p:oleObj name="Acrobat Document" r:id="rId3" imgW="8020016" imgH="566730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750" y="908050"/>
                        <a:ext cx="8020050" cy="5113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9602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191</TotalTime>
  <Words>29</Words>
  <Application>Microsoft Office PowerPoint</Application>
  <PresentationFormat>On-screen Show (4:3)</PresentationFormat>
  <Paragraphs>19</Paragraphs>
  <Slides>22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Verve</vt:lpstr>
      <vt:lpstr>Acrobat Document</vt:lpstr>
      <vt:lpstr>SAVALIYA MEET </vt:lpstr>
      <vt:lpstr>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CSS</vt:lpstr>
      <vt:lpstr>CSS Borders</vt:lpstr>
      <vt:lpstr>CSS SELECTORS</vt:lpstr>
      <vt:lpstr>CSS Text And Font</vt:lpstr>
      <vt:lpstr>CSS Column</vt:lpstr>
      <vt:lpstr>PowerPoint Presentation</vt:lpstr>
      <vt:lpstr>JavaScript</vt:lpstr>
      <vt:lpstr>JavaScript Variables</vt:lpstr>
      <vt:lpstr>JavaScript Odd Even Example</vt:lpstr>
      <vt:lpstr> check lowest number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SAVALIYA MEET</dc:title>
  <dc:creator>dell</dc:creator>
  <cp:lastModifiedBy>dell</cp:lastModifiedBy>
  <cp:revision>16</cp:revision>
  <dcterms:created xsi:type="dcterms:W3CDTF">2019-11-25T13:50:29Z</dcterms:created>
  <dcterms:modified xsi:type="dcterms:W3CDTF">2019-11-26T02:54:17Z</dcterms:modified>
</cp:coreProperties>
</file>